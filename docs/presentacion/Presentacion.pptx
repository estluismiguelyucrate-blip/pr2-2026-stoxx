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-822960"/>
            <a:ext cx="5303520" cy="53035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3291840"/>
            <a:ext cx="2377440" cy="23774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06908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406908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406908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406908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406908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406908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25196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425196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25196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425196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80160" y="425196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63040" y="425196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43484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43484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43484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443484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80160" y="443484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63040" y="443484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-240000">
            <a:off x="5212080" y="105156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508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 rot="-240000">
            <a:off x="5212080" y="1051560"/>
            <a:ext cx="3566160" cy="365760"/>
          </a:xfrm>
          <a:prstGeom prst="roundRect">
            <a:avLst>
              <a:gd name="adj" fmla="val 3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-240000">
            <a:off x="5669280" y="173736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-240000">
            <a:off x="7178040" y="160020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-240000">
            <a:off x="5577840" y="2743200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FBF3E4"/>
          </a:solidFill>
          <a:ln w="12700">
            <a:solidFill>
              <a:srgbClr val="FBF3E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 rot="-240000">
            <a:off x="5715000" y="192024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$ 1.240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548640" y="50292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5029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PROYECTO FINAL · 2026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1418590"/>
            <a:ext cx="2331720" cy="321310"/>
          </a:xfrm>
          <a:prstGeom prst="roundRect">
            <a:avLst>
              <a:gd name="adj" fmla="val 14229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1097280"/>
            <a:ext cx="2240280" cy="7594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1421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Ventas</a:t>
            </a:r>
            <a:endParaRPr lang="en-US" sz="46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1691640"/>
            <a:ext cx="41148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1421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 inventario</a:t>
            </a:r>
            <a:endParaRPr lang="en-US" sz="46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2697480"/>
            <a:ext cx="40233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 sistema web para que las tiendas de barrio </a:t>
            </a:r>
            <a:r>
              <a:rPr lang="es-BO" altLang="en-US" sz="1400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cualquier otra </a:t>
            </a:r>
            <a:r>
              <a:rPr lang="en-US" sz="1400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Cochabamba vendan, controlen su stock y cierren caja sin cuadernos.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365760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Luis Yucra · Heydam Céspedes · Magdiel Grandidier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0" y="43434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0" y="434340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UNIFRANZ · Ing. Cárdenas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108960" cy="3108960"/>
          </a:xfrm>
          <a:prstGeom prst="ellipse">
            <a:avLst/>
          </a:prstGeom>
          <a:solidFill>
            <a:srgbClr val="FF6B35">
              <a:alpha val="8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731520"/>
            <a:ext cx="2194560" cy="21945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D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429768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Venden.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Pero el stock no se entera.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38404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9E2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Cuadernos y hojas sueltas: el inventario nunca se descuenta cuando se cobra en efectivo o QR.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 rot="-180000">
            <a:off x="5029200" y="502920"/>
            <a:ext cx="3291840" cy="1051560"/>
          </a:xfrm>
          <a:prstGeom prst="roundRect">
            <a:avLst>
              <a:gd name="adj" fmla="val 13043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777240"/>
            <a:ext cx="502920" cy="5029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 rot="-180000">
            <a:off x="6035040" y="502920"/>
            <a:ext cx="210312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Se agotó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sin aviso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 rot="120000">
            <a:off x="5623560" y="1828800"/>
            <a:ext cx="3291840" cy="1051560"/>
          </a:xfrm>
          <a:prstGeom prst="roundRect">
            <a:avLst>
              <a:gd name="adj" fmla="val 1304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1031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 rot="120000">
            <a:off x="6629400" y="1828800"/>
            <a:ext cx="210312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Plata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inmovilizada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 rot="-120000">
            <a:off x="5212080" y="3154680"/>
            <a:ext cx="3291840" cy="1051560"/>
          </a:xfrm>
          <a:prstGeom prst="roundRect">
            <a:avLst>
              <a:gd name="adj" fmla="val 13043"/>
            </a:avLst>
          </a:prstGeom>
          <a:solidFill>
            <a:srgbClr val="F7A8B8"/>
          </a:solidFill>
          <a:ln w="12700">
            <a:solidFill>
              <a:srgbClr val="F7A8B8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42900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 rot="-120000">
            <a:off x="6217920" y="3154680"/>
            <a:ext cx="210312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Cierres de caja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 horas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548640" y="411480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48640" y="411480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Validado con un vendedor de abarrotes ✔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2926080" cy="292608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927100"/>
            <a:ext cx="4114800" cy="195580"/>
          </a:xfrm>
          <a:prstGeom prst="roundRect">
            <a:avLst>
              <a:gd name="adj" fmla="val 23377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731520"/>
            <a:ext cx="4023360" cy="462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Todo en un solo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3444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lugar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45720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508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920240"/>
            <a:ext cx="4572000" cy="320040"/>
          </a:xfrm>
          <a:prstGeom prst="roundRect">
            <a:avLst>
              <a:gd name="adj" fmla="val 3428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2996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" y="202996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4984" y="202996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240280"/>
            <a:ext cx="1051560" cy="242316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237744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2377440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Ventas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" y="278892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2B3A5C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2788920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Caja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" y="320040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2B3A5C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3200400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" y="361188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2B3A5C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" y="3611880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Compras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" y="402336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2B3A5C"/>
          </a:solidFill>
          <a:ln w="12700">
            <a:solidFill>
              <a:srgbClr val="2B3A5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" y="4023360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28800" y="3753612"/>
            <a:ext cx="320040" cy="45262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465576"/>
            <a:ext cx="320040" cy="7406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3630168"/>
            <a:ext cx="320040" cy="5760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3300984"/>
            <a:ext cx="320040" cy="905256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0" y="3547872"/>
            <a:ext cx="320040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63240" y="242316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FFE5DC"/>
          </a:solidFill>
          <a:ln w="12700">
            <a:solidFill>
              <a:srgbClr val="FFE5D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063240" y="242316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Stock bajo: Arroz (3)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566160" y="310896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E0F7F4"/>
          </a:solidFill>
          <a:ln w="12700">
            <a:solidFill>
              <a:srgbClr val="E0F7F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66160" y="3108960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Cobro QR ✔ $ 85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0" y="1188720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32120" y="123444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325880"/>
            <a:ext cx="274320" cy="274320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6080760" y="118872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Ventas con cobro efectivo / QR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5486400" y="1847088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532120" y="1892808"/>
            <a:ext cx="457200" cy="45720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984248"/>
            <a:ext cx="274320" cy="274320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6080760" y="1847088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Apertura y cierre de caja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5486400" y="2505456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5532120" y="2551176"/>
            <a:ext cx="457200" cy="45720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642616"/>
            <a:ext cx="274320" cy="274320"/>
          </a:xfrm>
          <a:prstGeom prst="rect">
            <a:avLst/>
          </a:prstGeom>
        </p:spPr>
      </p:pic>
      <p:sp>
        <p:nvSpPr>
          <p:cNvPr id="43" name="Text 38"/>
          <p:cNvSpPr txBox="1"/>
          <p:nvPr/>
        </p:nvSpPr>
        <p:spPr>
          <a:xfrm>
            <a:off x="6080760" y="2505456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 con alertas</a:t>
            </a:r>
            <a:endParaRPr lang="en-US" sz="1200" dirty="0"/>
          </a:p>
        </p:txBody>
      </p:sp>
      <p:sp>
        <p:nvSpPr>
          <p:cNvPr id="44" name="Shape 39"/>
          <p:cNvSpPr/>
          <p:nvPr/>
        </p:nvSpPr>
        <p:spPr>
          <a:xfrm>
            <a:off x="5486400" y="3163824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0"/>
          <p:cNvSpPr/>
          <p:nvPr/>
        </p:nvSpPr>
        <p:spPr>
          <a:xfrm>
            <a:off x="5532120" y="3209544"/>
            <a:ext cx="457200" cy="457200"/>
          </a:xfrm>
          <a:prstGeom prst="ellipse">
            <a:avLst/>
          </a:prstGeom>
          <a:solidFill>
            <a:srgbClr val="F7A8B8"/>
          </a:solidFill>
          <a:ln w="12700">
            <a:solidFill>
              <a:srgbClr val="F7A8B8"/>
            </a:solidFill>
            <a:prstDash val="solid"/>
          </a:ln>
        </p:spPr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3300984"/>
            <a:ext cx="274320" cy="274320"/>
          </a:xfrm>
          <a:prstGeom prst="rect">
            <a:avLst/>
          </a:prstGeom>
        </p:spPr>
      </p:pic>
      <p:sp>
        <p:nvSpPr>
          <p:cNvPr id="47" name="Text 41"/>
          <p:cNvSpPr txBox="1"/>
          <p:nvPr/>
        </p:nvSpPr>
        <p:spPr>
          <a:xfrm>
            <a:off x="6080760" y="3163824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Compras y proveedores</a:t>
            </a:r>
            <a:endParaRPr lang="en-US" sz="1200" dirty="0"/>
          </a:p>
        </p:txBody>
      </p:sp>
      <p:sp>
        <p:nvSpPr>
          <p:cNvPr id="48" name="Shape 42"/>
          <p:cNvSpPr/>
          <p:nvPr/>
        </p:nvSpPr>
        <p:spPr>
          <a:xfrm>
            <a:off x="5486400" y="3822192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3"/>
          <p:cNvSpPr/>
          <p:nvPr/>
        </p:nvSpPr>
        <p:spPr>
          <a:xfrm>
            <a:off x="5532120" y="3867912"/>
            <a:ext cx="457200" cy="4572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3959352"/>
            <a:ext cx="274320" cy="274320"/>
          </a:xfrm>
          <a:prstGeom prst="rect">
            <a:avLst/>
          </a:prstGeom>
        </p:spPr>
      </p:pic>
      <p:sp>
        <p:nvSpPr>
          <p:cNvPr id="51" name="Text 44"/>
          <p:cNvSpPr txBox="1"/>
          <p:nvPr/>
        </p:nvSpPr>
        <p:spPr>
          <a:xfrm>
            <a:off x="6080760" y="3822192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Reportes diarios</a:t>
            </a:r>
            <a:endParaRPr lang="en-US" sz="1200" dirty="0"/>
          </a:p>
        </p:txBody>
      </p:sp>
      <p:sp>
        <p:nvSpPr>
          <p:cNvPr id="52" name="Shape 45"/>
          <p:cNvSpPr/>
          <p:nvPr/>
        </p:nvSpPr>
        <p:spPr>
          <a:xfrm>
            <a:off x="5486400" y="4526280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3" name="Text 46"/>
          <p:cNvSpPr txBox="1"/>
          <p:nvPr/>
        </p:nvSpPr>
        <p:spPr>
          <a:xfrm>
            <a:off x="5486400" y="45262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roles: Admin · Cajero · Inventario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C4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3657600"/>
            <a:ext cx="2560320" cy="256032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45720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45720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45720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5720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45720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64008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0" y="64008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0" y="64008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64008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0" y="64008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0" y="82296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82296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82296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82296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82296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0" y="100584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0" y="100584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100584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100584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0" y="1005840"/>
            <a:ext cx="64008" cy="6400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73152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Web, simple y gratis</a:t>
            </a:r>
            <a:endParaRPr lang="en-US" sz="3400" dirty="0"/>
          </a:p>
        </p:txBody>
      </p:sp>
      <p:sp>
        <p:nvSpPr>
          <p:cNvPr id="25" name="Shape 23"/>
          <p:cNvSpPr/>
          <p:nvPr/>
        </p:nvSpPr>
        <p:spPr>
          <a:xfrm>
            <a:off x="1737360" y="2331720"/>
            <a:ext cx="5669280" cy="0"/>
          </a:xfrm>
          <a:prstGeom prst="line">
            <a:avLst/>
          </a:prstGeom>
          <a:noFill/>
          <a:ln w="38100">
            <a:solidFill>
              <a:srgbClr val="14213D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914400" y="1600200"/>
            <a:ext cx="1463040" cy="14630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011680"/>
            <a:ext cx="640080" cy="64008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548640" y="320040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Navegador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35204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Cualquier PC de la tienda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749040" y="1600200"/>
            <a:ext cx="1463040" cy="14630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2011680"/>
            <a:ext cx="640080" cy="640080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3383280" y="320040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ASP.NET Core · C#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3383280" y="35204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Lógica, roles y API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6583680" y="1600200"/>
            <a:ext cx="1463040" cy="14630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2011680"/>
            <a:ext cx="640080" cy="640080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6217920" y="320040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MySQL</a:t>
            </a:r>
            <a:endParaRPr lang="en-US" sz="1500" dirty="0"/>
          </a:p>
        </p:txBody>
      </p:sp>
      <p:sp>
        <p:nvSpPr>
          <p:cNvPr id="37" name="Text 32"/>
          <p:cNvSpPr txBox="1"/>
          <p:nvPr/>
        </p:nvSpPr>
        <p:spPr>
          <a:xfrm>
            <a:off x="6217920" y="35204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 en pruebas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 rot="-120000">
            <a:off x="548640" y="416052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 rot="-120000">
            <a:off x="548640" y="416052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 local por defecto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2926080" y="416052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2926080" y="416052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Internet opcional + HTTPS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 rot="120000">
            <a:off x="5577840" y="416052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7A8B8"/>
          </a:solidFill>
          <a:ln w="12700">
            <a:solidFill>
              <a:srgbClr val="F7A8B8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 rot="120000">
            <a:off x="5577840" y="416052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Backups programados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914400"/>
            <a:ext cx="2743200" cy="2743200"/>
          </a:xfrm>
          <a:prstGeom prst="ellipse">
            <a:avLst/>
          </a:prstGeom>
          <a:solidFill>
            <a:srgbClr val="F7A8B8"/>
          </a:solidFill>
          <a:ln w="12700">
            <a:solidFill>
              <a:srgbClr val="F7A8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 PROCESO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969010"/>
            <a:ext cx="1920240" cy="237490"/>
          </a:xfrm>
          <a:prstGeom prst="roundRect">
            <a:avLst>
              <a:gd name="adj" fmla="val 19251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731520"/>
            <a:ext cx="1828800" cy="5613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421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Scrum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86868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21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en sprints de 2 semanas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097280" cy="10972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73736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LY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292608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Luis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320040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desarrollo C#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48840" y="1737360"/>
            <a:ext cx="1097280" cy="10972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48840" y="173736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HC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292608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Heydam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965960" y="320040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Análisis 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de datos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49040" y="1737360"/>
            <a:ext cx="1097280" cy="109728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49040" y="173736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MG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292608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Magdiel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320040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QA 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421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documentación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9319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Kanban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554480" y="3931920"/>
            <a:ext cx="1280160" cy="320040"/>
          </a:xfrm>
          <a:prstGeom prst="roundRect">
            <a:avLst>
              <a:gd name="adj" fmla="val 48571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54480" y="393192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Pendiente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971800" y="3931920"/>
            <a:ext cx="1280160" cy="320040"/>
          </a:xfrm>
          <a:prstGeom prst="roundRect">
            <a:avLst>
              <a:gd name="adj" fmla="val 48571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971800" y="393192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 proceso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89120" y="3931920"/>
            <a:ext cx="1280160" cy="320040"/>
          </a:xfrm>
          <a:prstGeom prst="roundRect">
            <a:avLst>
              <a:gd name="adj" fmla="val 48571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89120" y="393192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Finalizado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 rot="-240000">
            <a:off x="5577840" y="822960"/>
            <a:ext cx="1737360" cy="1188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 rot="-240000">
            <a:off x="5715000" y="822960"/>
            <a:ext cx="14630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Poco tiempo →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priorizar ventas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 inventario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 rot="180000">
            <a:off x="7040880" y="1554480"/>
            <a:ext cx="1737360" cy="1188720"/>
          </a:xfrm>
          <a:prstGeom prst="rect">
            <a:avLst/>
          </a:prstGeom>
          <a:solidFill>
            <a:srgbClr val="F7A8B8"/>
          </a:solidFill>
          <a:ln w="12700">
            <a:solidFill>
              <a:srgbClr val="F7A8B8"/>
            </a:solidFill>
            <a:prstDash val="solid"/>
          </a:ln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 rot="180000">
            <a:off x="7178040" y="1554480"/>
            <a:ext cx="14630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Pérdida de datos →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backups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 rot="-120000">
            <a:off x="5760720" y="2651760"/>
            <a:ext cx="1737360" cy="1188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 rot="-120000">
            <a:off x="5897880" y="2651760"/>
            <a:ext cx="14630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Resistencia al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cambio →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capacitación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577840" y="5029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RIESGOS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377440" cy="2377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0" y="3657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D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 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64008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 hitos, de agosto a diciembre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576072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gant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5577840" cy="3090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720840" y="1600200"/>
            <a:ext cx="0" cy="2743200"/>
          </a:xfrm>
          <a:prstGeom prst="line">
            <a:avLst/>
          </a:prstGeom>
          <a:noFill/>
          <a:ln w="25400">
            <a:solidFill>
              <a:srgbClr val="FFFFFF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6492240" y="1371600"/>
            <a:ext cx="457200" cy="4572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92240" y="1371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086600" y="13716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03–08 ago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Inicio y equipo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92240" y="1993392"/>
            <a:ext cx="457200" cy="4572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92240" y="19933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086600" y="1993392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 ago–12 sep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Documento v1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92240" y="2615184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92240" y="261518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086600" y="2615184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12–24 oct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Doc. v2 + Gantt + slides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92240" y="3236976"/>
            <a:ext cx="457200" cy="45720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92240" y="323697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086600" y="3236976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16–24 nov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Prototipo funcional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92240" y="3858768"/>
            <a:ext cx="457200" cy="4572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92240" y="38587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086600" y="3858768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11–19 dic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Entrega final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65760" y="4572000"/>
            <a:ext cx="2377440" cy="91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1359</Words>
  <Application>WPS Presentation</Application>
  <PresentationFormat>On-screen Show (16:9)</PresentationFormat>
  <Paragraphs>162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SimSun</vt:lpstr>
      <vt:lpstr>Wingdings</vt:lpstr>
      <vt:lpstr>Georgia</vt:lpstr>
      <vt:lpstr>Georgia</vt:lpstr>
      <vt:lpstr>Georgia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LUIS MIGUEL YUCRA TERRAZAS</cp:lastModifiedBy>
  <cp:revision>2</cp:revision>
  <dcterms:created xsi:type="dcterms:W3CDTF">2026-10-05T01:04:00Z</dcterms:created>
  <dcterms:modified xsi:type="dcterms:W3CDTF">2026-10-05T01:10:53Z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2058-12.1.0.28485</vt:lpwstr>
  </property>
  <property fmtid="{D5CDD505-2E9C-101B-9397-08002B2CF9AE}" pid="3" name="ICV">
    <vt:lpwstr>F31DF25BEA2D449A878D01849FBE1B3E_13</vt:lpwstr>
  </property>
</Properties>
</file>